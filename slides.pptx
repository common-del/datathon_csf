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7" r:id="rId15"/>
    <p:sldId id="268" r:id="rId16"/>
    <p:sldId id="269" r:id="rId17"/>
    <p:sldId id="270" r:id="rId18"/>
    <p:sldId id="262" r:id="rId9"/>
    <p:sldId id="271" r:id="rId1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90A15E-985D-4AA8-A540-2A291D1CD3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781F5F-14A5-409E-9634-CCAF17ECA5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A3149C-A080-4EFE-B67A-2B907137FC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6531EC-A1E2-4208-9A4D-97B7D75D4F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234F97-EC7B-4B10-993E-A13B0F6BB8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D3E15-234B-44F3-9FFA-CBDDA307A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097327-B913-4099-B5FC-F494AF9E2F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1CDF0-79E9-4705-A226-45705F9E3C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9C6C4F-C0A8-464D-85ED-8F0AB1DFC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A8C65F-BC4C-45D6-9D9D-817F4EFD0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5D8ACF-03AD-49FD-BDF1-9136BEE7CD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Team &amp; Solution Overview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Team name: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Datathon_CSF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Members: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Kapil, Susmit and Aniket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Challenge area: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Turn a large school maths test into policy the state can act on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One-line solution: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Find the competencies and the places to anchor numeracy work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Contact: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Central Square Foundation, New Delhi</a:t>
            </a:r>
          </a:p>
        </p:txBody>
      </p:sp>
      <p:sp>
        <p:nvSpPr>
          <p:cNvPr id="6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28800" y="278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Problem Statement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Educational challenge: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Class 6 children are getting worse at maths, not better.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Objectives: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Check if the fall is real, find where, and see if the numbers can be trusted.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Key questions: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Did scores really fall? Who is missing from the test? What do we fix first?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Why it matters: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13,79,087 answer sheets. Karnataka spends real money on what these say.</a:t>
            </a:r>
          </a:p>
        </p:txBody>
      </p:sp>
      <p:sp>
        <p:nvSpPr>
          <p:cNvPr id="6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65" name="Picture 64" descr="S2_grade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Class 6 was on top in 2022-23. Bottom by 2024-25.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28800" y="353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Dataset Understanding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Dataset summary: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13,79,087 answer sheets from 3 years of the GP Maths Contest.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Variables: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Class, year, gender, district down to Gram Panchayat, 11 competencies.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Cleaning: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Only right or wrong kept. A blank means the paper never asked that question.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Assumptions: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Rural State Government schools only. No school ID, so we stop at Gram Panchayat.</a:t>
            </a:r>
          </a:p>
        </p:txBody>
      </p:sp>
      <p:sp>
        <p:nvSpPr>
          <p:cNvPr id="66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67" name="Picture 66" descr="S3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Out of every eligible child, counted from UDISE+ enrolment.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Analytical Approach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Workflow: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9 raw files, one clean table, 36 tests, 47 checked numbers.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Methods: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We compare the same 2,182 Gram Panchayats over 3 years, so new places joining cannot fake a trend.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Models: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Variance split, bright-spot residuals, an early-warning model.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Validation: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Every number re-checked by the notebook, and against ASER 2024 and PARAKH 2024.</a:t>
            </a:r>
          </a:p>
        </p:txBody>
      </p:sp>
      <p:sp>
        <p:nvSpPr>
          <p:cNvPr id="68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69" name="Picture 68" descr="S9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Each Gram Panchayat collapsed to its own average first.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1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Class 6 fell hard. Multiplication 51% to 35%. Division 55% to 38%.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Inside the same 2,182 Gram Panchayats the fall is bigger, not smaller: 20 and 22 points. 6 different tests all land between 18 and 22.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Interpretation: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The fall is real. It is not weaker schools joining the test.</a:t>
            </a:r>
          </a:p>
        </p:txBody>
      </p:sp>
      <p:sp>
        <p:nvSpPr>
          <p:cNvPr id="7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1" name="Picture 70" descr="S1_g6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Dashed = the same 2,182 Gram Panchayats, present all 3 years.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2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Only 38% of eligible children were tested. 2 districts tested nobody.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The 3 best-scoring districts are the 3 worst-tested. Score and testing move opposite ways.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Implications: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Do not rank districts yet. Fix who gets tested first.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4_coverage_extr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Three years pooled. Two districts tested nobody at all.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828800" y="251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Predictive / Diagnostic Analysis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Model: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We checked how closely each competency moves with a child's whole score.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Metrics: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Bright-spot model explains 26% of block differences. Early-warning model 49%.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Important predictors: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Measurement 0.78, Division 0.76, Multiplication 0.75. Place Value 0.56.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Early warning: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1,939 Gram Panchayats scored and flagged for the next round.</a:t>
            </a:r>
          </a:p>
        </p:txBody>
      </p:sp>
      <p:sp>
        <p:nvSpPr>
          <p:cNvPr id="7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5" name="Picture 74" descr="S10_signal_compet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How closely a competency moves with the child's whole score.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Visualization / Dashboard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Dashboard screenshots: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18 figures, every one built by one script, so every number traces back.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KPIs: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38% tested. Class 6 Multiplication 35%. Kalyana Karnataka 16 points behind.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Maps / charts: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Map of who got tested. Dark red districts tested almost nobody, so their scores mean least.</a:t>
            </a:r>
          </a:p>
        </p:txBody>
      </p:sp>
      <p:sp>
        <p:nvSpPr>
          <p:cNvPr id="77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8" name="Picture 77" descr="S12_coverag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Red = tested almost nobody. Grey = no contest data at all.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828800" y="30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Recommendations and Road Map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Priority actions: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1. Move teachers into Kalyana Karnataka's 7 districts. 2. Class 5 and 6 catch-up on Multiplication and Division. 3. Print coverage beside every district ranking.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Impact: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Children per teacher under 30 by June 2028. Class 6 Multiplication above 45% by 2026-27.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Feasibility: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Owners: DSEL with KKRDB, then DSERT, then the MIS cell. GPSTR placed 11,494 teachers in 2023-24.</a:t>
            </a:r>
          </a:p>
        </p:txBody>
      </p:sp>
      <p:sp>
        <p:nvSpPr>
          <p:cNvPr id="8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81" name="Picture 80" descr="S6_weakest_compet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The 7 competencies present in all 9 question papers, all years.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Innovation &amp; Impact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Novelty: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We tried 6 ways to disprove our own headline. We publish the 14 ideas that failed.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Scalability: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One notebook. Run All rebuilds every number and chart.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Limitations: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No school ID, so we cannot see inside a Gram Panchayat. We say consistent with, never proves.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Expected impact: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Help aimed at the 2 competencies that carry the most, where it is needed most.</a:t>
            </a:r>
          </a:p>
        </p:txBody>
      </p:sp>
      <p:sp>
        <p:nvSpPr>
          <p:cNvPr id="8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83" name="Picture 82" descr="S11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Girls lead in all 9 class-years, by 2.1 points on average.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Conclusion &amp; Key Takeaways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Top takeaways: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1. Class 6 maths is falling, and the fall is real. 2. Almost half the children are still missing from the test. 3. Multiplication and Division are the weakest and the most important.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Next steps: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Move teachers. Run the catch-up. Test everyone. Re-check before calling a recovery real.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Thank you: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Every number is in claims.json. github.com/common-del/datathon_csf</a:t>
            </a:r>
          </a:p>
        </p:txBody>
      </p:sp>
      <p:sp>
        <p:nvSpPr>
          <p:cNvPr id="8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3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Competencies stack. A child who has Addition gets Subtraction right 48 points more often.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A child who has Multiplication gets Division right 45 points more often. Division is the weakest of all, at 43%.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Implications: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More division practice cannot fix division. Fix Multiplication first.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5_prereq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So more division practice cannot fix division. Fix what comes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4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Three different tests all put Kalyana Karnataka's 7 districts behind the rest of the state.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Our contest 45% against 58%. ASER 26% against 39%. PARAKH 36% against 42%.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Implications: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This is not one odd test. Three different measures, three different sets of children, same answer.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14_kk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Red number = points behind. The 3 tests measure different things.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5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The gap is not steady. It opens every year: 10 points, then 12, then 16.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The rest of the state dipped and recovered, 61% to 54% to 57%. Kalyana Karnataka fell in both years, 50% to 43% to 41%.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Implications: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Nobody is catching up. Waiting one more round makes the job bigger, not smaller.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15_kk_wid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Red number = points behind. Kalyana Karnataka falls in both years.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Key Insight 6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Finding: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Those same districts have fewer teachers and more children.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Evidence: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34 children per teacher against 20. 139 per school against 73. Internet in 17% of schools against 39%. Libraries almost match, 92% against 99%.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Implications: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Only 21% go to private schools against 35%, so government schools carry more children on fewer teachers. Allow for inputs and the gap drops to 5.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8_kk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Each row has its own scale. Rural State Government schools, UDISE+ 2024-25.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wrap="square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rgbClr val="1A1A1A"/>
                </a:solidFill>
                <a:effectLst/>
                <a:uFillTx/>
                <a:latin typeface="Public Sans"/>
              </a:rPr>
              <a:t>Predictive / Diagnostic Analysis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566928" y="1188720"/>
            <a:ext cx="5623560" cy="48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5000" bIns="45000" anchor="t"/>
          <a:p>
            <a:pPr defTabSz="457200">
              <a:lnSpc>
                <a:spcPct val="100000"/>
              </a:lnSpc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Model: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A computer guessed each child's total from their 11 competency scores.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Metrics: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It got 96% right. But the total IS those 11 scores added up.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Important predictors: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It leans on Division (54%) and Measurement (21%).</a:t>
            </a:r>
          </a:p>
          <a:p>
            <a:pPr>
              <a:spcAft>
                <a:spcPts val="1000"/>
              </a:spcAft>
            </a:pPr>
            <a:r>
              <a:rPr b="1" sz="2400">
                <a:solidFill>
                  <a:srgbClr val="2E7D46"/>
                </a:solidFill>
                <a:latin typeface="Public Sans"/>
              </a:rPr>
              <a:t>Early warning: </a:t>
            </a:r>
            <a:r>
              <a:rPr b="0" sz="2400">
                <a:solidFill>
                  <a:srgbClr val="1A1A1A"/>
                </a:solidFill>
                <a:latin typeface="Public Sans"/>
              </a:rPr>
              <a:t>The 4 it ignores were left out of most question papers. Missing from the blueprint, not unimportant.</a:t>
            </a: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73" name="Picture 72" descr="S13_fores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88720"/>
            <a:ext cx="5623560" cy="361188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355080" y="4919472"/>
            <a:ext cx="5623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6B6B6B"/>
                </a:solidFill>
                <a:latin typeface="Public Sans"/>
              </a:rPr>
              <a:t>Shaded ones score 0% because they were rarely asked.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LibreOffice/25.8.7.3$Windows_X86_64 LibreOffice_project/30742500f2d3eb4366ac312fa33d3dcabdb3eba5</Application>
  <AppVersion>15.0000</AppVersion>
  <Words>283</Words>
  <Paragraphs>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2026-07-24T15:16:46Z</dcterms:modified>
  <cp:revision>4</cp:revision>
  <dc:subject/>
  <dc:title>Team &amp; Solution Overview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